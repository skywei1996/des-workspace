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机器人调研报告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根据本轮对话自动生成的演示文稿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1 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由于终端指令受限，我直接将 HTML-PPT 的内容呈现在下方。你可以将其保存为 `.html` 文件，双击浏览器打开即可查看。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2 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3 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**文件：Microduck_机器人调研报告.html**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4 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```html</a:t>
            </a:r>
          </a:p>
          <a:p>
            <a:pPr/>
            <a:r>
              <a:rPr sz="1600"/>
              <a:t>&lt;!DOCTYPE html&gt;</a:t>
            </a:r>
          </a:p>
          <a:p>
            <a:pPr/>
            <a:r>
              <a:rPr sz="1600"/>
              <a:t>&lt;html lang="zh-CN"&gt;</a:t>
            </a:r>
          </a:p>
          <a:p>
            <a:pPr/>
            <a:r>
              <a:rPr sz="1600"/>
              <a:t>&lt;head&gt;</a:t>
            </a:r>
          </a:p>
          <a:p>
            <a:pPr/>
            <a:r>
              <a:rPr sz="1600"/>
              <a:t>&lt;meta charset="UTF-8"&gt;</a:t>
            </a:r>
          </a:p>
          <a:p>
            <a:pPr/>
            <a:r>
              <a:rPr sz="1600"/>
              <a:t>&lt;meta name="viewport" content="width=device-width, initial-scale=1.0"&gt;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5 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&lt;div class="nav-dots"&gt;</a:t>
            </a:r>
          </a:p>
          <a:p>
            <a:pPr/>
            <a:r>
              <a:rPr sz="1600"/>
              <a:t>&lt;a href="#s1"&gt;&lt;/a&gt;&lt;a href="#s2"&gt;&lt;/a&gt;&lt;a href="#s3"&gt;&lt;/a&gt;&lt;a href="#s4"&gt;&lt;/a&gt;&lt;a href="#s5"&gt;&lt;/a&gt;&lt;a href="#s6"&gt;&lt;/a&gt;&lt;a href="#s7"&gt;&lt;/a&gt;&lt;a href="#s8"&gt;&lt;/a&gt;</a:t>
            </a:r>
          </a:p>
          <a:p>
            <a:pPr/>
            <a:r>
              <a:rPr sz="1600"/>
              <a:t>&lt;/div&gt;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6 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&lt;!-- Slide 1: 封面 --&gt;</a:t>
            </a:r>
          </a:p>
          <a:p>
            <a:pPr/>
            <a:r>
              <a:rPr sz="1600"/>
              <a:t>&lt;div class="slide" id="s1"&gt;</a:t>
            </a:r>
          </a:p>
          <a:p>
            <a:pPr/>
            <a:r>
              <a:rPr sz="1600"/>
              <a:t>&lt;div class="slide-inner" style="text-align:center"&gt;</a:t>
            </a:r>
          </a:p>
          <a:p>
            <a:pPr/>
            <a:r>
              <a:rPr sz="1600"/>
              <a:t>&lt;div style="font-size:6rem;margin-bottom:20px"&gt;🦆&lt;/div&gt;</a:t>
            </a:r>
          </a:p>
          <a:p>
            <a:pPr/>
            <a:r>
              <a:rPr sz="1600"/>
              <a:t>&lt;h1&gt;Microduck 机器人调研报告&lt;/h1&gt;</a:t>
            </a:r>
          </a:p>
          <a:p>
            <a:pPr/>
            <a:r>
              <a:rPr sz="1600"/>
              <a:t>&lt;p class="subtitle"&gt;来自 Hugging Face / Pollen Robotics 的开源双足机器人&lt;br&gt;—— 未来机器人的优势与价值&lt;/p&gt;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7 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&lt;!-- Slide 2: 产品概览 --&gt;</a:t>
            </a:r>
          </a:p>
          <a:p>
            <a:pPr/>
            <a:r>
              <a:rPr sz="1600"/>
              <a:t>&lt;div class="slide" id="s2"&gt;</a:t>
            </a:r>
          </a:p>
          <a:p>
            <a:pPr/>
            <a:r>
              <a:rPr sz="1600"/>
              <a:t>&lt;div class="slide-inner"&gt;</a:t>
            </a:r>
          </a:p>
          <a:p>
            <a:pPr/>
            <a:r>
              <a:rPr sz="1600"/>
              <a:t>&lt;div class="section-number"&gt;01 · 产品概览&lt;/div&gt;</a:t>
            </a:r>
          </a:p>
          <a:p>
            <a:pPr/>
            <a:r>
              <a:rPr sz="1600"/>
              <a:t>&lt;h2&gt;Microduck 是什么？&lt;/h2&gt;</a:t>
            </a:r>
          </a:p>
          <a:p>
            <a:pPr/>
            <a:r>
              <a:rPr sz="1600"/>
              <a:t>&lt;p&gt;Microduck 是由法国机器人公司 Pollen Robotics（已被 Hugging Face 收购）开发的&lt;b&gt;开源双足机器人&lt;/b&gt;。它外形像一只小鸭子，身高仅 25 厘米，重量不到 800 克，是桌面级机器人研究平台的全新品类。&lt;/p&gt;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8 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&lt;div class="grid"&gt;</a:t>
            </a:r>
          </a:p>
          <a:p>
            <a:pPr/>
            <a:r>
              <a:rPr sz="1600"/>
              <a:t>&lt;div class="card"&gt;</a:t>
            </a:r>
          </a:p>
          <a:p>
            <a:pPr/>
            <a:r>
              <a:rPr sz="1600"/>
              <a:t>&lt;div class="icon"&gt;📏&lt;/div&gt;</a:t>
            </a:r>
          </a:p>
          <a:p>
            <a:pPr/>
            <a:r>
              <a:rPr sz="1600"/>
              <a:t>&lt;h4&gt;尺寸重量&lt;/h4&gt;</a:t>
            </a:r>
          </a:p>
          <a:p>
            <a:pPr/>
            <a:r>
              <a:rPr sz="1600"/>
              <a:t>&lt;p&gt;高 25 cm，重 780-800 g。小巧轻便，可放桌面，比一只鸡还轻。&lt;/p&gt;</a:t>
            </a:r>
          </a:p>
          <a:p>
            <a:pPr/>
            <a:r>
              <a:rPr sz="1600"/>
              <a:t>&lt;/div&gt;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