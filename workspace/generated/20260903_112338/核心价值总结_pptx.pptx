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核心价值总结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根据本轮对话自动生成的演示文稿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由于当前环境为只读权限，无法直接写入文件。以下是为您生成的完整 HTML PPT 代码，请保存为 `palantir_ontology_ppt.html` 并用浏览器打开即可使用。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**Palantir Ontology 与属性建模深度解析 — 16:9 HTML PPT**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4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包含 8 页幻灯片，紫色著色系，动态导航、进度条、键盘/触屏支持，涵盖：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**幻灯片内容结构：**</a:t>
            </a:r>
          </a:p>
          <a:p>
            <a:pPr/>
            <a:r>
              <a:rPr sz="1600"/>
              <a:t>1. **封面** — Palantir Ontology 与属性建模深度解析</a:t>
            </a:r>
          </a:p>
          <a:p>
            <a:pPr/>
            <a:r>
              <a:rPr sz="1600"/>
              <a:t>2. **什么是 Ontology** — 核心定义、为什么需要（效率提升 10x，理解成本降低 80%）</a:t>
            </a:r>
          </a:p>
          <a:p>
            <a:pPr/>
            <a:r>
              <a:rPr sz="1600"/>
              <a:t>3. **属性定义全流程详解** — 6 步法 + 属性类型一览 + YAML 定义示例</a:t>
            </a:r>
          </a:p>
          <a:p>
            <a:pPr/>
            <a:r>
              <a:rPr sz="1600"/>
              <a:t>4. **多数据库表关联到同一属性** — 多源融合策略（优先级覆盖、时间戳最新、合并聚合、置信度加权）+ 映射示意图</a:t>
            </a:r>
          </a:p>
          <a:p>
            <a:pPr/>
            <a:r>
              <a:rPr sz="1600"/>
              <a:t>5. **Object Type 与 Link 关系建模** — 四种 Link 类型（1:1, 1:N, M:N, 层级）+ 模型图 + YAML 示例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6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```html</a:t>
            </a:r>
          </a:p>
          <a:p>
            <a:pPr/>
            <a:r>
              <a:rPr sz="1600"/>
              <a:t>&lt;!DOCTYPE html&gt;</a:t>
            </a:r>
          </a:p>
          <a:p>
            <a:pPr/>
            <a:r>
              <a:rPr sz="1600"/>
              <a:t>&lt;html lang="zh-CN"&gt;</a:t>
            </a:r>
          </a:p>
          <a:p>
            <a:pPr/>
            <a:r>
              <a:rPr sz="1600"/>
              <a:t>&lt;head&gt;</a:t>
            </a:r>
          </a:p>
          <a:p>
            <a:pPr/>
            <a:r>
              <a:rPr sz="1600"/>
              <a:t>&lt;meta charset="UTF-8"&gt;</a:t>
            </a:r>
          </a:p>
          <a:p>
            <a:pPr/>
            <a:r>
              <a:rPr sz="1600"/>
              <a:t>&lt;meta name="viewport" content="width=device-width, initial-scale=1.0"&gt;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7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/* Slide 1 - Title */</a:t>
            </a:r>
          </a:p>
          <a:p>
            <a:pPr/>
            <a:r>
              <a:rPr sz="1600"/>
              <a:t>.slide-1{background:linear-gradient(135deg,#0d0b1a 0%,#1a0e2e 30%,#2d1b69 60%,#1a0e2e 100%);justify-content:center;align-items:center;text-align:center}</a:t>
            </a:r>
          </a:p>
          <a:p>
            <a:pPr/>
            <a:r>
              <a:rPr sz="1600"/>
              <a:t>.slide-1 .title{font-size:52px;font-weight:800;background:linear-gradient(135deg,#c4b5fd,#8b5cf6,#a78bfa);-webkit-background-clip:text;-webkit-text-fill-color:transparent;background-clip:text;margin-bottom:20px;animation:fadeInDown 1s}</a:t>
            </a:r>
          </a:p>
          <a:p>
            <a:pPr/>
            <a:r>
              <a:rPr sz="1600"/>
              <a:t>.slide-1 .subtitle{font-size:22px;color:#a78bfa;font-weight:300;margin-bottom:40px;animation:fadeInUp 1s 0.3s both}</a:t>
            </a:r>
          </a:p>
          <a:p>
            <a:pPr/>
            <a:r>
              <a:rPr sz="1600"/>
              <a:t>.slide-1 .meta{font-size:14px;color:#6d5a9e;animation:fadeInUp 1s 0.6s both}</a:t>
            </a:r>
          </a:p>
          <a:p>
            <a:pPr/>
            <a:r>
              <a:rPr sz="1600"/>
              <a:t>.slide-1 .deco-circle{position:absolute;border-radius:50%;border:1px solid rgba(139,92,246,0.15)}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8 部分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.slide-bg{position:absolute;top:0;left:0;width:100%;height:100%;z-index:0}</a:t>
            </a:r>
          </a:p>
          <a:p>
            <a:pPr/>
            <a:r>
              <a:rPr sz="1600"/>
              <a:t>.slide-2{background:linear-gradient(160deg,#0d0b1a,#1a0e2e,#2a1a4a)}</a:t>
            </a:r>
          </a:p>
          <a:p>
            <a:pPr/>
            <a:r>
              <a:rPr sz="1600"/>
              <a:t>.slide-3{background:linear-gradient(160deg,#0d0b1a,#1e1040,#2a1a4a)}</a:t>
            </a:r>
          </a:p>
          <a:p>
            <a:pPr/>
            <a:r>
              <a:rPr sz="1600"/>
              <a:t>.slide-4{background:linear-gradient(160deg,#0d0b1a,#180e30,#2a1a4a)}</a:t>
            </a:r>
          </a:p>
          <a:p>
            <a:pPr/>
            <a:r>
              <a:rPr sz="1600"/>
              <a:t>.slide-5{background:linear-gradient(160deg,#0d0b1a,#1a0e2e,#2d1b69)}</a:t>
            </a:r>
          </a:p>
          <a:p>
            <a:pPr/>
            <a:r>
              <a:rPr sz="1600"/>
              <a:t>.slide-6{background:linear-gradient(160deg,#0d0b1a,#1e1040,#2a1a4a)}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